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94660"/>
  </p:normalViewPr>
  <p:slideViewPr>
    <p:cSldViewPr snapToGrid="0">
      <p:cViewPr varScale="1">
        <p:scale>
          <a:sx n="87" d="100"/>
          <a:sy n="87" d="100"/>
        </p:scale>
        <p:origin x="1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A374FF-310A-04A5-77A6-0AC53A24E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E9735E5-AA55-6965-E03E-676F81372B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50FD93-083D-9AE9-2492-048FDBAA6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DE5-2F62-4046-A005-6DEA85331DA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F9FA08-2B6B-F466-D74A-4CB126A39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1F06A1-DF72-0F42-CBEE-2C711F14E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4214-921D-4C8E-8BAF-FBCC814C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1876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D24773-40CA-6970-F253-A5F913541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24CBE4-D5D0-679A-C120-84CFB6C88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8715C4-B486-AD7D-FE6B-1FDCC6582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DE5-2F62-4046-A005-6DEA85331DA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A9A26E-67A7-54F2-176A-69098BC80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EFE6DA-FCEC-3CB5-F552-8C9D05E95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4214-921D-4C8E-8BAF-FBCC814C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030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498CC7-5AA1-523A-D28B-C0F1D416D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295B33-E6C6-5179-194C-D87B2C2AE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074B15-628B-7986-4800-8FED2F3D4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DE5-2F62-4046-A005-6DEA85331DA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7533D7-E4D6-00D2-ECDB-C01B4740F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629086-E83B-5899-C99D-A8A789AB0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4214-921D-4C8E-8BAF-FBCC814C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762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D4D185-5188-9DB3-ADE8-80923F2C3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F5BB4C-0992-D04B-A0ED-7BDE82F103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697E7B-861A-35EC-08F8-720817D79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B0E29FE-C648-128C-208D-59AA0C224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DE5-2F62-4046-A005-6DEA85331DA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3C22C7-C21C-F1EE-3A34-144AFA75D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ED54B9-1645-5D7E-B24C-4E5ED00A7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4214-921D-4C8E-8BAF-FBCC814C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06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5F4FE2-5F8A-924A-8D93-5D91946B6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EA4431-E150-0D15-5E06-9D2BFE7E2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214993-EAD2-70EC-B18E-B7DBBF31F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BFE40F8-2A23-00AD-DB01-99DD659419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DD53A1A-8E1E-8BC0-CAF0-058D388C5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C66D5EF-3058-A84D-C402-34987B0BD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DE5-2F62-4046-A005-6DEA85331DA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2DC2417-386A-09D2-20F6-803B43B39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FCD7785-66B8-E550-AF59-AA4DB0F3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4214-921D-4C8E-8BAF-FBCC814C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285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942E5-2C55-B243-5394-1869CF1D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D035A1D-F2C9-F685-2107-2EB2D2661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DE5-2F62-4046-A005-6DEA85331DA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9C75D95-DFF1-77EA-1254-628DD6B0D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82DE02-5ECC-27C4-CE34-E3562F78B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4214-921D-4C8E-8BAF-FBCC814C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9039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5B838F-E359-0687-EEE1-71ED0A414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DE5-2F62-4046-A005-6DEA85331DA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0B0686B-6946-6DB1-1C84-32AC91CF0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8884D3-F58D-47B2-1B59-99EF6A45F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4214-921D-4C8E-8BAF-FBCC814C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999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F1AABF-2C86-2FE0-D34B-09F90A825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0BEEF7-6807-AA3B-0A0D-A9E118458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10DCA6-BC37-5F76-D1A1-309F03C6D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396F2D-C581-5D1B-80D5-D5A9E55EA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DE5-2F62-4046-A005-6DEA85331DA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7559E6-9AEB-8E49-E1F4-F44012696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3DD107-A308-A44E-DCE8-1710E7A62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4214-921D-4C8E-8BAF-FBCC814C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35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516001-8F3B-83D1-5C34-8B13F6C5B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F2F65B3-8414-3D00-75B1-89482933A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FBED67E-4DDE-4356-1457-56EA3149E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815321-D155-7A81-5F25-E4C2DFF54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DE5-2F62-4046-A005-6DEA85331DA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97A528-1BE1-F99A-2EF8-0F0545C6E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C0BC2D-4405-DE24-AD9B-2457EB1CD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4214-921D-4C8E-8BAF-FBCC814C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283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8FF0AC-2310-C3D0-D059-8DC7DF717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0722462-62CC-A101-C344-AAFD5C3C10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1239CC-D4D9-2240-6F67-08349F0F8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DE5-2F62-4046-A005-6DEA85331DA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E46707-ECF2-3C9D-54B1-B757DEF4F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3B343C-4365-73F4-CFCB-16A81002B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4214-921D-4C8E-8BAF-FBCC814C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312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458BD2B-A0B6-0A57-200C-014F0DB004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2DF5F2-30D8-66D3-A27C-AC32BFF46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6BC4DD-1EDA-B4E5-8EB3-BD2904EFE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DE5-2F62-4046-A005-6DEA85331DA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2ADBA3-88C0-731C-43CA-46F6BAC3A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66D422-95E6-637E-961E-751928BA0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4214-921D-4C8E-8BAF-FBCC814C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234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620A9E-8F2A-E4E0-C095-0FFDEAA31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B3071D-BD32-88FA-FD41-0B3D964F8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D71FE9-F0C9-E003-F6A7-4DFCE0688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9FDE5-2F62-4046-A005-6DEA85331DA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D26A37-3D15-D909-62BC-96132502F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03131E-3365-3798-CAE6-DAE949400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A4214-921D-4C8E-8BAF-FBCC814C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38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7866A3-790E-95D8-A9C0-8E7C051487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5820289-22A3-89BF-A356-69D096FAC8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7445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Группа 141">
            <a:extLst>
              <a:ext uri="{FF2B5EF4-FFF2-40B4-BE49-F238E27FC236}">
                <a16:creationId xmlns:a16="http://schemas.microsoft.com/office/drawing/2014/main" id="{0BE605FC-9117-BF8F-69CF-24A8B23CC85A}"/>
              </a:ext>
            </a:extLst>
          </p:cNvPr>
          <p:cNvGrpSpPr/>
          <p:nvPr/>
        </p:nvGrpSpPr>
        <p:grpSpPr>
          <a:xfrm>
            <a:off x="484123" y="185644"/>
            <a:ext cx="11439753" cy="6308486"/>
            <a:chOff x="484123" y="185644"/>
            <a:chExt cx="11439753" cy="6308486"/>
          </a:xfrm>
        </p:grpSpPr>
        <p:sp>
          <p:nvSpPr>
            <p:cNvPr id="2" name="Овал 1">
              <a:extLst>
                <a:ext uri="{FF2B5EF4-FFF2-40B4-BE49-F238E27FC236}">
                  <a16:creationId xmlns:a16="http://schemas.microsoft.com/office/drawing/2014/main" id="{906B369C-D05E-DA97-AB75-879183D56AF4}"/>
                </a:ext>
              </a:extLst>
            </p:cNvPr>
            <p:cNvSpPr/>
            <p:nvPr/>
          </p:nvSpPr>
          <p:spPr>
            <a:xfrm>
              <a:off x="5159654" y="2670048"/>
              <a:ext cx="1872691" cy="94366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Команды</a:t>
              </a:r>
              <a:endParaRPr lang="ru-RU" sz="1600" dirty="0"/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A711FD26-26B8-8FC3-1B0B-DE146F5CF4E3}"/>
                </a:ext>
              </a:extLst>
            </p:cNvPr>
            <p:cNvSpPr/>
            <p:nvPr/>
          </p:nvSpPr>
          <p:spPr>
            <a:xfrm>
              <a:off x="5552236" y="1253337"/>
              <a:ext cx="1072896" cy="94366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All</a:t>
              </a:r>
              <a:endParaRPr lang="ru-RU" sz="1600" dirty="0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3516C54A-B370-56F5-4574-68E7A910A76C}"/>
                </a:ext>
              </a:extLst>
            </p:cNvPr>
            <p:cNvSpPr/>
            <p:nvPr/>
          </p:nvSpPr>
          <p:spPr>
            <a:xfrm>
              <a:off x="3390596" y="2670046"/>
              <a:ext cx="1072896" cy="94366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User</a:t>
              </a:r>
              <a:endParaRPr lang="ru-RU" sz="1600" dirty="0"/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4B53E917-5FCC-A9A3-ADE8-B642A6DFC134}"/>
                </a:ext>
              </a:extLst>
            </p:cNvPr>
            <p:cNvSpPr/>
            <p:nvPr/>
          </p:nvSpPr>
          <p:spPr>
            <a:xfrm>
              <a:off x="5559551" y="4220870"/>
              <a:ext cx="1072896" cy="94366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WatchDog</a:t>
              </a:r>
              <a:endParaRPr lang="ru-RU" sz="1600" dirty="0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37519999-932B-8810-DF43-42CFCB58FE65}"/>
                </a:ext>
              </a:extLst>
            </p:cNvPr>
            <p:cNvSpPr/>
            <p:nvPr/>
          </p:nvSpPr>
          <p:spPr>
            <a:xfrm>
              <a:off x="7728507" y="2670047"/>
              <a:ext cx="1072896" cy="94366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Admin</a:t>
              </a:r>
              <a:endParaRPr lang="ru-RU" sz="1600" dirty="0"/>
            </a:p>
          </p:txBody>
        </p:sp>
        <p:cxnSp>
          <p:nvCxnSpPr>
            <p:cNvPr id="11" name="Прямая со стрелкой 10">
              <a:extLst>
                <a:ext uri="{FF2B5EF4-FFF2-40B4-BE49-F238E27FC236}">
                  <a16:creationId xmlns:a16="http://schemas.microsoft.com/office/drawing/2014/main" id="{167E1656-DFDF-C77A-314F-720A1E19243A}"/>
                </a:ext>
              </a:extLst>
            </p:cNvPr>
            <p:cNvCxnSpPr>
              <a:stCxn id="2" idx="0"/>
              <a:endCxn id="6" idx="4"/>
            </p:cNvCxnSpPr>
            <p:nvPr/>
          </p:nvCxnSpPr>
          <p:spPr>
            <a:xfrm flipH="1" flipV="1">
              <a:off x="6088684" y="2196998"/>
              <a:ext cx="7316" cy="4730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Прямая со стрелкой 12">
              <a:extLst>
                <a:ext uri="{FF2B5EF4-FFF2-40B4-BE49-F238E27FC236}">
                  <a16:creationId xmlns:a16="http://schemas.microsoft.com/office/drawing/2014/main" id="{FEB5EA88-2926-6A10-799B-93DEAFB596DD}"/>
                </a:ext>
              </a:extLst>
            </p:cNvPr>
            <p:cNvCxnSpPr>
              <a:stCxn id="2" idx="6"/>
              <a:endCxn id="9" idx="2"/>
            </p:cNvCxnSpPr>
            <p:nvPr/>
          </p:nvCxnSpPr>
          <p:spPr>
            <a:xfrm flipV="1">
              <a:off x="7032345" y="3141878"/>
              <a:ext cx="69616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Прямая со стрелкой 14">
              <a:extLst>
                <a:ext uri="{FF2B5EF4-FFF2-40B4-BE49-F238E27FC236}">
                  <a16:creationId xmlns:a16="http://schemas.microsoft.com/office/drawing/2014/main" id="{11507C7C-1B8E-E56A-5F97-33F34A08CB73}"/>
                </a:ext>
              </a:extLst>
            </p:cNvPr>
            <p:cNvCxnSpPr>
              <a:stCxn id="2" idx="4"/>
              <a:endCxn id="8" idx="0"/>
            </p:cNvCxnSpPr>
            <p:nvPr/>
          </p:nvCxnSpPr>
          <p:spPr>
            <a:xfrm flipH="1">
              <a:off x="6095999" y="3613709"/>
              <a:ext cx="1" cy="60716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Прямая со стрелкой 16">
              <a:extLst>
                <a:ext uri="{FF2B5EF4-FFF2-40B4-BE49-F238E27FC236}">
                  <a16:creationId xmlns:a16="http://schemas.microsoft.com/office/drawing/2014/main" id="{B5851DE7-7D71-B9E1-3345-EF60B4182CF4}"/>
                </a:ext>
              </a:extLst>
            </p:cNvPr>
            <p:cNvCxnSpPr>
              <a:stCxn id="2" idx="2"/>
              <a:endCxn id="7" idx="6"/>
            </p:cNvCxnSpPr>
            <p:nvPr/>
          </p:nvCxnSpPr>
          <p:spPr>
            <a:xfrm flipH="1" flipV="1">
              <a:off x="4463492" y="3141877"/>
              <a:ext cx="696162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4" name="Группа 43">
              <a:extLst>
                <a:ext uri="{FF2B5EF4-FFF2-40B4-BE49-F238E27FC236}">
                  <a16:creationId xmlns:a16="http://schemas.microsoft.com/office/drawing/2014/main" id="{04078E4B-7F88-A263-DC07-AE631C5A45DF}"/>
                </a:ext>
              </a:extLst>
            </p:cNvPr>
            <p:cNvGrpSpPr/>
            <p:nvPr/>
          </p:nvGrpSpPr>
          <p:grpSpPr>
            <a:xfrm>
              <a:off x="2735887" y="185644"/>
              <a:ext cx="1805753" cy="438912"/>
              <a:chOff x="3132765" y="185644"/>
              <a:chExt cx="1408875" cy="438912"/>
            </a:xfrm>
          </p:grpSpPr>
          <p:sp>
            <p:nvSpPr>
              <p:cNvPr id="43" name="Прямоугольник 42">
                <a:extLst>
                  <a:ext uri="{FF2B5EF4-FFF2-40B4-BE49-F238E27FC236}">
                    <a16:creationId xmlns:a16="http://schemas.microsoft.com/office/drawing/2014/main" id="{195506E6-BF12-01C1-CB89-6832786BB1DA}"/>
                  </a:ext>
                </a:extLst>
              </p:cNvPr>
              <p:cNvSpPr/>
              <p:nvPr/>
            </p:nvSpPr>
            <p:spPr>
              <a:xfrm>
                <a:off x="3132765" y="185644"/>
                <a:ext cx="1330727" cy="43891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ACEBD97-8120-FB53-FFB3-D864E51A8293}"/>
                  </a:ext>
                </a:extLst>
              </p:cNvPr>
              <p:cNvSpPr txBox="1"/>
              <p:nvPr/>
            </p:nvSpPr>
            <p:spPr>
              <a:xfrm>
                <a:off x="3132765" y="266601"/>
                <a:ext cx="14088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200" dirty="0"/>
                  <a:t>Вход в программу</a:t>
                </a:r>
              </a:p>
            </p:txBody>
          </p:sp>
        </p:grpSp>
        <p:grpSp>
          <p:nvGrpSpPr>
            <p:cNvPr id="45" name="Группа 44">
              <a:extLst>
                <a:ext uri="{FF2B5EF4-FFF2-40B4-BE49-F238E27FC236}">
                  <a16:creationId xmlns:a16="http://schemas.microsoft.com/office/drawing/2014/main" id="{B0BB8745-C723-E689-CD51-75723BFEF544}"/>
                </a:ext>
              </a:extLst>
            </p:cNvPr>
            <p:cNvGrpSpPr/>
            <p:nvPr/>
          </p:nvGrpSpPr>
          <p:grpSpPr>
            <a:xfrm>
              <a:off x="2735887" y="712540"/>
              <a:ext cx="1805753" cy="438912"/>
              <a:chOff x="3132765" y="185644"/>
              <a:chExt cx="1408875" cy="438912"/>
            </a:xfrm>
          </p:grpSpPr>
          <p:sp>
            <p:nvSpPr>
              <p:cNvPr id="46" name="Прямоугольник 45">
                <a:extLst>
                  <a:ext uri="{FF2B5EF4-FFF2-40B4-BE49-F238E27FC236}">
                    <a16:creationId xmlns:a16="http://schemas.microsoft.com/office/drawing/2014/main" id="{FBC59D71-2BC8-BFCF-B1BD-4C2235CEDED6}"/>
                  </a:ext>
                </a:extLst>
              </p:cNvPr>
              <p:cNvSpPr/>
              <p:nvPr/>
            </p:nvSpPr>
            <p:spPr>
              <a:xfrm>
                <a:off x="3132765" y="185644"/>
                <a:ext cx="1330727" cy="43891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8D7B7E7-6844-5DB7-9E58-515FE0799CB2}"/>
                  </a:ext>
                </a:extLst>
              </p:cNvPr>
              <p:cNvSpPr txBox="1"/>
              <p:nvPr/>
            </p:nvSpPr>
            <p:spPr>
              <a:xfrm>
                <a:off x="3132765" y="266601"/>
                <a:ext cx="14088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200" dirty="0"/>
                  <a:t>Выход из сессии</a:t>
                </a:r>
              </a:p>
            </p:txBody>
          </p:sp>
        </p:grpSp>
        <p:grpSp>
          <p:nvGrpSpPr>
            <p:cNvPr id="48" name="Группа 47">
              <a:extLst>
                <a:ext uri="{FF2B5EF4-FFF2-40B4-BE49-F238E27FC236}">
                  <a16:creationId xmlns:a16="http://schemas.microsoft.com/office/drawing/2014/main" id="{906D28DC-E277-B40A-66D1-647FC8B9BBED}"/>
                </a:ext>
              </a:extLst>
            </p:cNvPr>
            <p:cNvGrpSpPr/>
            <p:nvPr/>
          </p:nvGrpSpPr>
          <p:grpSpPr>
            <a:xfrm>
              <a:off x="2735885" y="1231677"/>
              <a:ext cx="1805753" cy="438912"/>
              <a:chOff x="3132765" y="185644"/>
              <a:chExt cx="1666007" cy="438912"/>
            </a:xfrm>
          </p:grpSpPr>
          <p:sp>
            <p:nvSpPr>
              <p:cNvPr id="49" name="Прямоугольник 48">
                <a:extLst>
                  <a:ext uri="{FF2B5EF4-FFF2-40B4-BE49-F238E27FC236}">
                    <a16:creationId xmlns:a16="http://schemas.microsoft.com/office/drawing/2014/main" id="{CA7670B2-DAC8-E449-2CF8-59E5022D0093}"/>
                  </a:ext>
                </a:extLst>
              </p:cNvPr>
              <p:cNvSpPr/>
              <p:nvPr/>
            </p:nvSpPr>
            <p:spPr>
              <a:xfrm>
                <a:off x="3132765" y="185644"/>
                <a:ext cx="1564817" cy="43891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96F22FA-DD45-B5CA-3948-FD8DFF8B84D7}"/>
                  </a:ext>
                </a:extLst>
              </p:cNvPr>
              <p:cNvSpPr txBox="1"/>
              <p:nvPr/>
            </p:nvSpPr>
            <p:spPr>
              <a:xfrm>
                <a:off x="3132765" y="266601"/>
                <a:ext cx="16660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200" dirty="0"/>
                  <a:t>Вывод списка команд</a:t>
                </a:r>
              </a:p>
            </p:txBody>
          </p:sp>
        </p:grpSp>
        <p:grpSp>
          <p:nvGrpSpPr>
            <p:cNvPr id="51" name="Группа 50">
              <a:extLst>
                <a:ext uri="{FF2B5EF4-FFF2-40B4-BE49-F238E27FC236}">
                  <a16:creationId xmlns:a16="http://schemas.microsoft.com/office/drawing/2014/main" id="{564AE370-E95B-07D7-102A-B73FA5C6DEFB}"/>
                </a:ext>
              </a:extLst>
            </p:cNvPr>
            <p:cNvGrpSpPr/>
            <p:nvPr/>
          </p:nvGrpSpPr>
          <p:grpSpPr>
            <a:xfrm>
              <a:off x="2735885" y="1750815"/>
              <a:ext cx="1805753" cy="438912"/>
              <a:chOff x="3132765" y="185644"/>
              <a:chExt cx="1408875" cy="438912"/>
            </a:xfrm>
          </p:grpSpPr>
          <p:sp>
            <p:nvSpPr>
              <p:cNvPr id="52" name="Прямоугольник 51">
                <a:extLst>
                  <a:ext uri="{FF2B5EF4-FFF2-40B4-BE49-F238E27FC236}">
                    <a16:creationId xmlns:a16="http://schemas.microsoft.com/office/drawing/2014/main" id="{E668141D-2422-1762-51CF-B3D9D1DC16DB}"/>
                  </a:ext>
                </a:extLst>
              </p:cNvPr>
              <p:cNvSpPr/>
              <p:nvPr/>
            </p:nvSpPr>
            <p:spPr>
              <a:xfrm>
                <a:off x="3132765" y="185644"/>
                <a:ext cx="1330727" cy="43891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06C980A-3BFC-CFFB-B649-31BE4B3DCFA4}"/>
                  </a:ext>
                </a:extLst>
              </p:cNvPr>
              <p:cNvSpPr txBox="1"/>
              <p:nvPr/>
            </p:nvSpPr>
            <p:spPr>
              <a:xfrm>
                <a:off x="3132765" y="266601"/>
                <a:ext cx="14088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200" dirty="0"/>
                  <a:t>Выход из программы</a:t>
                </a:r>
              </a:p>
            </p:txBody>
          </p:sp>
        </p:grpSp>
        <p:cxnSp>
          <p:nvCxnSpPr>
            <p:cNvPr id="55" name="Прямая со стрелкой 54">
              <a:extLst>
                <a:ext uri="{FF2B5EF4-FFF2-40B4-BE49-F238E27FC236}">
                  <a16:creationId xmlns:a16="http://schemas.microsoft.com/office/drawing/2014/main" id="{04F98EB0-A464-B94E-60BD-E2867536AE15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flipH="1" flipV="1">
              <a:off x="4431960" y="447872"/>
              <a:ext cx="1277398" cy="9436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Прямая со стрелкой 57">
              <a:extLst>
                <a:ext uri="{FF2B5EF4-FFF2-40B4-BE49-F238E27FC236}">
                  <a16:creationId xmlns:a16="http://schemas.microsoft.com/office/drawing/2014/main" id="{94831B9A-36D6-C249-0113-66F0BC04D291}"/>
                </a:ext>
              </a:extLst>
            </p:cNvPr>
            <p:cNvCxnSpPr>
              <a:stCxn id="6" idx="1"/>
            </p:cNvCxnSpPr>
            <p:nvPr/>
          </p:nvCxnSpPr>
          <p:spPr>
            <a:xfrm flipH="1" flipV="1">
              <a:off x="4431960" y="929030"/>
              <a:ext cx="1277398" cy="4625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Прямая со стрелкой 59">
              <a:extLst>
                <a:ext uri="{FF2B5EF4-FFF2-40B4-BE49-F238E27FC236}">
                  <a16:creationId xmlns:a16="http://schemas.microsoft.com/office/drawing/2014/main" id="{2EAD57E1-D808-E54E-300A-143B463D3678}"/>
                </a:ext>
              </a:extLst>
            </p:cNvPr>
            <p:cNvCxnSpPr>
              <a:stCxn id="6" idx="1"/>
            </p:cNvCxnSpPr>
            <p:nvPr/>
          </p:nvCxnSpPr>
          <p:spPr>
            <a:xfrm flipH="1">
              <a:off x="4431960" y="1391533"/>
              <a:ext cx="1277398" cy="715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Прямая со стрелкой 61">
              <a:extLst>
                <a:ext uri="{FF2B5EF4-FFF2-40B4-BE49-F238E27FC236}">
                  <a16:creationId xmlns:a16="http://schemas.microsoft.com/office/drawing/2014/main" id="{F5B234B3-E566-9314-6481-F2EE561838EF}"/>
                </a:ext>
              </a:extLst>
            </p:cNvPr>
            <p:cNvCxnSpPr>
              <a:stCxn id="6" idx="1"/>
            </p:cNvCxnSpPr>
            <p:nvPr/>
          </p:nvCxnSpPr>
          <p:spPr>
            <a:xfrm flipH="1">
              <a:off x="4431960" y="1391533"/>
              <a:ext cx="1277398" cy="5762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3" name="Группа 62">
              <a:extLst>
                <a:ext uri="{FF2B5EF4-FFF2-40B4-BE49-F238E27FC236}">
                  <a16:creationId xmlns:a16="http://schemas.microsoft.com/office/drawing/2014/main" id="{08111E10-5F2E-93F3-8216-2D66DB0F5C10}"/>
                </a:ext>
              </a:extLst>
            </p:cNvPr>
            <p:cNvGrpSpPr/>
            <p:nvPr/>
          </p:nvGrpSpPr>
          <p:grpSpPr>
            <a:xfrm>
              <a:off x="484127" y="2296902"/>
              <a:ext cx="1705591" cy="438912"/>
              <a:chOff x="3132765" y="185644"/>
              <a:chExt cx="1330727" cy="438912"/>
            </a:xfrm>
          </p:grpSpPr>
          <p:sp>
            <p:nvSpPr>
              <p:cNvPr id="64" name="Прямоугольник 63">
                <a:extLst>
                  <a:ext uri="{FF2B5EF4-FFF2-40B4-BE49-F238E27FC236}">
                    <a16:creationId xmlns:a16="http://schemas.microsoft.com/office/drawing/2014/main" id="{16B2FBF9-7E33-B807-2B8B-65CB5EBB0BAE}"/>
                  </a:ext>
                </a:extLst>
              </p:cNvPr>
              <p:cNvSpPr/>
              <p:nvPr/>
            </p:nvSpPr>
            <p:spPr>
              <a:xfrm>
                <a:off x="3132765" y="185644"/>
                <a:ext cx="1330727" cy="43891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6ED46B9-417D-DC87-D315-8309DF1339D9}"/>
                  </a:ext>
                </a:extLst>
              </p:cNvPr>
              <p:cNvSpPr txBox="1"/>
              <p:nvPr/>
            </p:nvSpPr>
            <p:spPr>
              <a:xfrm>
                <a:off x="3132765" y="266601"/>
                <a:ext cx="1323301" cy="284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200" dirty="0"/>
                  <a:t>Создание заметки</a:t>
                </a:r>
              </a:p>
            </p:txBody>
          </p:sp>
        </p:grpSp>
        <p:grpSp>
          <p:nvGrpSpPr>
            <p:cNvPr id="66" name="Группа 65">
              <a:extLst>
                <a:ext uri="{FF2B5EF4-FFF2-40B4-BE49-F238E27FC236}">
                  <a16:creationId xmlns:a16="http://schemas.microsoft.com/office/drawing/2014/main" id="{24A98C34-92C7-8A4A-914A-5D67B4F8C36C}"/>
                </a:ext>
              </a:extLst>
            </p:cNvPr>
            <p:cNvGrpSpPr/>
            <p:nvPr/>
          </p:nvGrpSpPr>
          <p:grpSpPr>
            <a:xfrm>
              <a:off x="484127" y="2823798"/>
              <a:ext cx="1705591" cy="438912"/>
              <a:chOff x="3132765" y="185644"/>
              <a:chExt cx="1330727" cy="438912"/>
            </a:xfrm>
          </p:grpSpPr>
          <p:sp>
            <p:nvSpPr>
              <p:cNvPr id="67" name="Прямоугольник 66">
                <a:extLst>
                  <a:ext uri="{FF2B5EF4-FFF2-40B4-BE49-F238E27FC236}">
                    <a16:creationId xmlns:a16="http://schemas.microsoft.com/office/drawing/2014/main" id="{89FDC152-2BEC-F1C4-FFCE-74EE18753D00}"/>
                  </a:ext>
                </a:extLst>
              </p:cNvPr>
              <p:cNvSpPr/>
              <p:nvPr/>
            </p:nvSpPr>
            <p:spPr>
              <a:xfrm>
                <a:off x="3132765" y="185644"/>
                <a:ext cx="1330727" cy="43891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807AAFE-9F96-0656-41F2-9F35415791A7}"/>
                  </a:ext>
                </a:extLst>
              </p:cNvPr>
              <p:cNvSpPr txBox="1"/>
              <p:nvPr/>
            </p:nvSpPr>
            <p:spPr>
              <a:xfrm>
                <a:off x="3132765" y="266601"/>
                <a:ext cx="13233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200" dirty="0"/>
                  <a:t>Вывод всех заметок</a:t>
                </a:r>
              </a:p>
            </p:txBody>
          </p:sp>
        </p:grpSp>
        <p:grpSp>
          <p:nvGrpSpPr>
            <p:cNvPr id="69" name="Группа 68">
              <a:extLst>
                <a:ext uri="{FF2B5EF4-FFF2-40B4-BE49-F238E27FC236}">
                  <a16:creationId xmlns:a16="http://schemas.microsoft.com/office/drawing/2014/main" id="{A560959B-8FBA-1387-BF6D-3B1E7A9D7E8C}"/>
                </a:ext>
              </a:extLst>
            </p:cNvPr>
            <p:cNvGrpSpPr/>
            <p:nvPr/>
          </p:nvGrpSpPr>
          <p:grpSpPr>
            <a:xfrm>
              <a:off x="484123" y="3342935"/>
              <a:ext cx="1705594" cy="688708"/>
              <a:chOff x="3132765" y="185644"/>
              <a:chExt cx="1573600" cy="688708"/>
            </a:xfrm>
          </p:grpSpPr>
          <p:sp>
            <p:nvSpPr>
              <p:cNvPr id="70" name="Прямоугольник 69">
                <a:extLst>
                  <a:ext uri="{FF2B5EF4-FFF2-40B4-BE49-F238E27FC236}">
                    <a16:creationId xmlns:a16="http://schemas.microsoft.com/office/drawing/2014/main" id="{0FA3C2F3-3E1A-602E-CC7A-AAD79C0AB78F}"/>
                  </a:ext>
                </a:extLst>
              </p:cNvPr>
              <p:cNvSpPr/>
              <p:nvPr/>
            </p:nvSpPr>
            <p:spPr>
              <a:xfrm>
                <a:off x="3132765" y="185644"/>
                <a:ext cx="1564817" cy="68870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6119AAE-4081-40B0-386F-3DF554BBBAF3}"/>
                  </a:ext>
                </a:extLst>
              </p:cNvPr>
              <p:cNvSpPr txBox="1"/>
              <p:nvPr/>
            </p:nvSpPr>
            <p:spPr>
              <a:xfrm>
                <a:off x="3132769" y="221191"/>
                <a:ext cx="157359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200" dirty="0"/>
                  <a:t>Редактирование существующей заметки</a:t>
                </a:r>
              </a:p>
            </p:txBody>
          </p:sp>
        </p:grpSp>
        <p:grpSp>
          <p:nvGrpSpPr>
            <p:cNvPr id="72" name="Группа 71">
              <a:extLst>
                <a:ext uri="{FF2B5EF4-FFF2-40B4-BE49-F238E27FC236}">
                  <a16:creationId xmlns:a16="http://schemas.microsoft.com/office/drawing/2014/main" id="{1CB79804-2F7A-816D-71DF-F864CBA7910E}"/>
                </a:ext>
              </a:extLst>
            </p:cNvPr>
            <p:cNvGrpSpPr/>
            <p:nvPr/>
          </p:nvGrpSpPr>
          <p:grpSpPr>
            <a:xfrm>
              <a:off x="484126" y="4140585"/>
              <a:ext cx="1705591" cy="438912"/>
              <a:chOff x="3132765" y="185644"/>
              <a:chExt cx="1330727" cy="438912"/>
            </a:xfrm>
          </p:grpSpPr>
          <p:sp>
            <p:nvSpPr>
              <p:cNvPr id="73" name="Прямоугольник 72">
                <a:extLst>
                  <a:ext uri="{FF2B5EF4-FFF2-40B4-BE49-F238E27FC236}">
                    <a16:creationId xmlns:a16="http://schemas.microsoft.com/office/drawing/2014/main" id="{BD3352F5-CCEE-1ED4-8A0C-63ECF0E405A5}"/>
                  </a:ext>
                </a:extLst>
              </p:cNvPr>
              <p:cNvSpPr/>
              <p:nvPr/>
            </p:nvSpPr>
            <p:spPr>
              <a:xfrm>
                <a:off x="3132765" y="185644"/>
                <a:ext cx="1330727" cy="43891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F78DB61-1577-F171-BAF9-EB4D65403ADD}"/>
                  </a:ext>
                </a:extLst>
              </p:cNvPr>
              <p:cNvSpPr txBox="1"/>
              <p:nvPr/>
            </p:nvSpPr>
            <p:spPr>
              <a:xfrm>
                <a:off x="3132766" y="266601"/>
                <a:ext cx="13233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200" dirty="0"/>
                  <a:t>Удаление заметки</a:t>
                </a:r>
              </a:p>
            </p:txBody>
          </p:sp>
        </p:grpSp>
        <p:cxnSp>
          <p:nvCxnSpPr>
            <p:cNvPr id="77" name="Прямая со стрелкой 76">
              <a:extLst>
                <a:ext uri="{FF2B5EF4-FFF2-40B4-BE49-F238E27FC236}">
                  <a16:creationId xmlns:a16="http://schemas.microsoft.com/office/drawing/2014/main" id="{BF412B64-D7D8-7BF0-6F72-234DF75BBAF3}"/>
                </a:ext>
              </a:extLst>
            </p:cNvPr>
            <p:cNvCxnSpPr>
              <a:stCxn id="7" idx="2"/>
              <a:endCxn id="65" idx="3"/>
            </p:cNvCxnSpPr>
            <p:nvPr/>
          </p:nvCxnSpPr>
          <p:spPr>
            <a:xfrm flipH="1" flipV="1">
              <a:off x="2180200" y="2520238"/>
              <a:ext cx="1210396" cy="6216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Прямая со стрелкой 78">
              <a:extLst>
                <a:ext uri="{FF2B5EF4-FFF2-40B4-BE49-F238E27FC236}">
                  <a16:creationId xmlns:a16="http://schemas.microsoft.com/office/drawing/2014/main" id="{845D6C81-90F8-8757-24B7-4320FDF7C130}"/>
                </a:ext>
              </a:extLst>
            </p:cNvPr>
            <p:cNvCxnSpPr>
              <a:stCxn id="7" idx="2"/>
              <a:endCxn id="68" idx="3"/>
            </p:cNvCxnSpPr>
            <p:nvPr/>
          </p:nvCxnSpPr>
          <p:spPr>
            <a:xfrm flipH="1" flipV="1">
              <a:off x="2180200" y="3043255"/>
              <a:ext cx="1210396" cy="986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Прямая со стрелкой 80">
              <a:extLst>
                <a:ext uri="{FF2B5EF4-FFF2-40B4-BE49-F238E27FC236}">
                  <a16:creationId xmlns:a16="http://schemas.microsoft.com/office/drawing/2014/main" id="{28200E69-D22C-86BC-914D-51857699A0AD}"/>
                </a:ext>
              </a:extLst>
            </p:cNvPr>
            <p:cNvCxnSpPr>
              <a:stCxn id="7" idx="2"/>
              <a:endCxn id="71" idx="3"/>
            </p:cNvCxnSpPr>
            <p:nvPr/>
          </p:nvCxnSpPr>
          <p:spPr>
            <a:xfrm flipH="1">
              <a:off x="2189717" y="3141877"/>
              <a:ext cx="1200879" cy="559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Прямая со стрелкой 82">
              <a:extLst>
                <a:ext uri="{FF2B5EF4-FFF2-40B4-BE49-F238E27FC236}">
                  <a16:creationId xmlns:a16="http://schemas.microsoft.com/office/drawing/2014/main" id="{851E5720-9838-5156-817A-9396CF77ED1B}"/>
                </a:ext>
              </a:extLst>
            </p:cNvPr>
            <p:cNvCxnSpPr>
              <a:stCxn id="7" idx="2"/>
              <a:endCxn id="74" idx="3"/>
            </p:cNvCxnSpPr>
            <p:nvPr/>
          </p:nvCxnSpPr>
          <p:spPr>
            <a:xfrm flipH="1">
              <a:off x="2180201" y="3141877"/>
              <a:ext cx="1210395" cy="12181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84" name="Группа 83">
              <a:extLst>
                <a:ext uri="{FF2B5EF4-FFF2-40B4-BE49-F238E27FC236}">
                  <a16:creationId xmlns:a16="http://schemas.microsoft.com/office/drawing/2014/main" id="{74C3BE4C-AA2E-44ED-B821-D3AED6034942}"/>
                </a:ext>
              </a:extLst>
            </p:cNvPr>
            <p:cNvGrpSpPr/>
            <p:nvPr/>
          </p:nvGrpSpPr>
          <p:grpSpPr>
            <a:xfrm>
              <a:off x="7503941" y="3917328"/>
              <a:ext cx="1715108" cy="438912"/>
              <a:chOff x="3132765" y="185644"/>
              <a:chExt cx="1338152" cy="438912"/>
            </a:xfrm>
          </p:grpSpPr>
          <p:sp>
            <p:nvSpPr>
              <p:cNvPr id="85" name="Прямоугольник 84">
                <a:extLst>
                  <a:ext uri="{FF2B5EF4-FFF2-40B4-BE49-F238E27FC236}">
                    <a16:creationId xmlns:a16="http://schemas.microsoft.com/office/drawing/2014/main" id="{D16B1A19-57B8-245C-70C9-E43EA73AB5F2}"/>
                  </a:ext>
                </a:extLst>
              </p:cNvPr>
              <p:cNvSpPr/>
              <p:nvPr/>
            </p:nvSpPr>
            <p:spPr>
              <a:xfrm>
                <a:off x="3132765" y="185644"/>
                <a:ext cx="1330727" cy="43891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D7CBEE8-1DCC-54B4-CC2A-BEAAFA4687F0}"/>
                  </a:ext>
                </a:extLst>
              </p:cNvPr>
              <p:cNvSpPr txBox="1"/>
              <p:nvPr/>
            </p:nvSpPr>
            <p:spPr>
              <a:xfrm>
                <a:off x="3147616" y="266705"/>
                <a:ext cx="13233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/>
                  <a:t>Запуск сбора метрик</a:t>
                </a:r>
              </a:p>
            </p:txBody>
          </p:sp>
        </p:grpSp>
        <p:grpSp>
          <p:nvGrpSpPr>
            <p:cNvPr id="87" name="Группа 86">
              <a:extLst>
                <a:ext uri="{FF2B5EF4-FFF2-40B4-BE49-F238E27FC236}">
                  <a16:creationId xmlns:a16="http://schemas.microsoft.com/office/drawing/2014/main" id="{F08D2B92-4090-A598-2C60-0195523F4B7D}"/>
                </a:ext>
              </a:extLst>
            </p:cNvPr>
            <p:cNvGrpSpPr/>
            <p:nvPr/>
          </p:nvGrpSpPr>
          <p:grpSpPr>
            <a:xfrm>
              <a:off x="7494420" y="4444224"/>
              <a:ext cx="1715112" cy="537814"/>
              <a:chOff x="3125337" y="185644"/>
              <a:chExt cx="1338155" cy="486307"/>
            </a:xfrm>
          </p:grpSpPr>
          <p:sp>
            <p:nvSpPr>
              <p:cNvPr id="88" name="Прямоугольник 87">
                <a:extLst>
                  <a:ext uri="{FF2B5EF4-FFF2-40B4-BE49-F238E27FC236}">
                    <a16:creationId xmlns:a16="http://schemas.microsoft.com/office/drawing/2014/main" id="{CCE0D82C-47B8-1CDC-78C4-8B02D178E024}"/>
                  </a:ext>
                </a:extLst>
              </p:cNvPr>
              <p:cNvSpPr/>
              <p:nvPr/>
            </p:nvSpPr>
            <p:spPr>
              <a:xfrm>
                <a:off x="3132765" y="185644"/>
                <a:ext cx="1330727" cy="43891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57CA485-0E09-344D-8906-0C6A55DA25EE}"/>
                  </a:ext>
                </a:extLst>
              </p:cNvPr>
              <p:cNvSpPr txBox="1"/>
              <p:nvPr/>
            </p:nvSpPr>
            <p:spPr>
              <a:xfrm>
                <a:off x="3125337" y="210286"/>
                <a:ext cx="13307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200" dirty="0"/>
                  <a:t>Остановка сбора метрик</a:t>
                </a:r>
              </a:p>
            </p:txBody>
          </p:sp>
        </p:grpSp>
        <p:grpSp>
          <p:nvGrpSpPr>
            <p:cNvPr id="90" name="Группа 89">
              <a:extLst>
                <a:ext uri="{FF2B5EF4-FFF2-40B4-BE49-F238E27FC236}">
                  <a16:creationId xmlns:a16="http://schemas.microsoft.com/office/drawing/2014/main" id="{A1511543-CB25-5315-08CC-96C052B03069}"/>
                </a:ext>
              </a:extLst>
            </p:cNvPr>
            <p:cNvGrpSpPr/>
            <p:nvPr/>
          </p:nvGrpSpPr>
          <p:grpSpPr>
            <a:xfrm>
              <a:off x="7499180" y="4974279"/>
              <a:ext cx="1719868" cy="461665"/>
              <a:chOff x="3121626" y="185644"/>
              <a:chExt cx="1341866" cy="461665"/>
            </a:xfrm>
          </p:grpSpPr>
          <p:sp>
            <p:nvSpPr>
              <p:cNvPr id="91" name="Прямоугольник 90">
                <a:extLst>
                  <a:ext uri="{FF2B5EF4-FFF2-40B4-BE49-F238E27FC236}">
                    <a16:creationId xmlns:a16="http://schemas.microsoft.com/office/drawing/2014/main" id="{86A7889C-DEF7-A58C-E939-6A47F6BE1C92}"/>
                  </a:ext>
                </a:extLst>
              </p:cNvPr>
              <p:cNvSpPr/>
              <p:nvPr/>
            </p:nvSpPr>
            <p:spPr>
              <a:xfrm>
                <a:off x="3132765" y="185644"/>
                <a:ext cx="1330727" cy="43891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F4F3838-08CF-3232-40A0-9C23D58B26D5}"/>
                  </a:ext>
                </a:extLst>
              </p:cNvPr>
              <p:cNvSpPr txBox="1"/>
              <p:nvPr/>
            </p:nvSpPr>
            <p:spPr>
              <a:xfrm>
                <a:off x="3121626" y="185644"/>
                <a:ext cx="13233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200" dirty="0"/>
                  <a:t>Изменение интервала сбора данных</a:t>
                </a:r>
              </a:p>
            </p:txBody>
          </p:sp>
        </p:grpSp>
        <p:grpSp>
          <p:nvGrpSpPr>
            <p:cNvPr id="93" name="Группа 92">
              <a:extLst>
                <a:ext uri="{FF2B5EF4-FFF2-40B4-BE49-F238E27FC236}">
                  <a16:creationId xmlns:a16="http://schemas.microsoft.com/office/drawing/2014/main" id="{0E1CAB7A-925C-6352-ED13-5BC758DD29DE}"/>
                </a:ext>
              </a:extLst>
            </p:cNvPr>
            <p:cNvGrpSpPr/>
            <p:nvPr/>
          </p:nvGrpSpPr>
          <p:grpSpPr>
            <a:xfrm>
              <a:off x="7513460" y="5501070"/>
              <a:ext cx="1715108" cy="490417"/>
              <a:chOff x="3125340" y="185644"/>
              <a:chExt cx="1338152" cy="490417"/>
            </a:xfrm>
          </p:grpSpPr>
          <p:sp>
            <p:nvSpPr>
              <p:cNvPr id="94" name="Прямоугольник 93">
                <a:extLst>
                  <a:ext uri="{FF2B5EF4-FFF2-40B4-BE49-F238E27FC236}">
                    <a16:creationId xmlns:a16="http://schemas.microsoft.com/office/drawing/2014/main" id="{B6CADA4E-6489-DF6B-CA9B-0C0762E7A9D2}"/>
                  </a:ext>
                </a:extLst>
              </p:cNvPr>
              <p:cNvSpPr/>
              <p:nvPr/>
            </p:nvSpPr>
            <p:spPr>
              <a:xfrm>
                <a:off x="3132765" y="185644"/>
                <a:ext cx="1330727" cy="43891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EC3C4DD-273D-5327-6035-3CA6D15B1ABC}"/>
                  </a:ext>
                </a:extLst>
              </p:cNvPr>
              <p:cNvSpPr txBox="1"/>
              <p:nvPr/>
            </p:nvSpPr>
            <p:spPr>
              <a:xfrm>
                <a:off x="3125340" y="214396"/>
                <a:ext cx="13233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200" dirty="0"/>
                  <a:t>Посмотреть статус сборки метрик</a:t>
                </a:r>
              </a:p>
            </p:txBody>
          </p:sp>
        </p:grpSp>
        <p:grpSp>
          <p:nvGrpSpPr>
            <p:cNvPr id="96" name="Группа 95">
              <a:extLst>
                <a:ext uri="{FF2B5EF4-FFF2-40B4-BE49-F238E27FC236}">
                  <a16:creationId xmlns:a16="http://schemas.microsoft.com/office/drawing/2014/main" id="{4E741641-9D06-0F5F-D31A-23ECE12EA7AD}"/>
                </a:ext>
              </a:extLst>
            </p:cNvPr>
            <p:cNvGrpSpPr/>
            <p:nvPr/>
          </p:nvGrpSpPr>
          <p:grpSpPr>
            <a:xfrm>
              <a:off x="7494420" y="6055218"/>
              <a:ext cx="1705591" cy="438912"/>
              <a:chOff x="3132765" y="185644"/>
              <a:chExt cx="1330727" cy="438912"/>
            </a:xfrm>
          </p:grpSpPr>
          <p:sp>
            <p:nvSpPr>
              <p:cNvPr id="97" name="Прямоугольник 96">
                <a:extLst>
                  <a:ext uri="{FF2B5EF4-FFF2-40B4-BE49-F238E27FC236}">
                    <a16:creationId xmlns:a16="http://schemas.microsoft.com/office/drawing/2014/main" id="{3935F209-DF9A-61F6-362C-66E1B5DC5F8D}"/>
                  </a:ext>
                </a:extLst>
              </p:cNvPr>
              <p:cNvSpPr/>
              <p:nvPr/>
            </p:nvSpPr>
            <p:spPr>
              <a:xfrm>
                <a:off x="3132765" y="185644"/>
                <a:ext cx="1330727" cy="43891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831C7BF2-D972-AE4E-BA7D-AA2E11E0C4D4}"/>
                  </a:ext>
                </a:extLst>
              </p:cNvPr>
              <p:cNvSpPr txBox="1"/>
              <p:nvPr/>
            </p:nvSpPr>
            <p:spPr>
              <a:xfrm>
                <a:off x="3132765" y="266601"/>
                <a:ext cx="13233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200" dirty="0"/>
                  <a:t>Вывод списка метрик</a:t>
                </a:r>
              </a:p>
            </p:txBody>
          </p:sp>
        </p:grpSp>
        <p:cxnSp>
          <p:nvCxnSpPr>
            <p:cNvPr id="102" name="Прямая со стрелкой 101">
              <a:extLst>
                <a:ext uri="{FF2B5EF4-FFF2-40B4-BE49-F238E27FC236}">
                  <a16:creationId xmlns:a16="http://schemas.microsoft.com/office/drawing/2014/main" id="{7A6B6342-8B9E-DB48-CF7F-CF0C35F77D07}"/>
                </a:ext>
              </a:extLst>
            </p:cNvPr>
            <p:cNvCxnSpPr>
              <a:stCxn id="8" idx="6"/>
              <a:endCxn id="86" idx="1"/>
            </p:cNvCxnSpPr>
            <p:nvPr/>
          </p:nvCxnSpPr>
          <p:spPr>
            <a:xfrm flipV="1">
              <a:off x="6632447" y="4136889"/>
              <a:ext cx="890529" cy="5558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Прямая со стрелкой 103">
              <a:extLst>
                <a:ext uri="{FF2B5EF4-FFF2-40B4-BE49-F238E27FC236}">
                  <a16:creationId xmlns:a16="http://schemas.microsoft.com/office/drawing/2014/main" id="{D187E933-2236-F05A-1ED0-55F080448BFC}"/>
                </a:ext>
              </a:extLst>
            </p:cNvPr>
            <p:cNvCxnSpPr>
              <a:stCxn id="8" idx="6"/>
              <a:endCxn id="89" idx="1"/>
            </p:cNvCxnSpPr>
            <p:nvPr/>
          </p:nvCxnSpPr>
          <p:spPr>
            <a:xfrm>
              <a:off x="6632447" y="4692701"/>
              <a:ext cx="861973" cy="34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Прямая со стрелкой 105">
              <a:extLst>
                <a:ext uri="{FF2B5EF4-FFF2-40B4-BE49-F238E27FC236}">
                  <a16:creationId xmlns:a16="http://schemas.microsoft.com/office/drawing/2014/main" id="{DD8FA45D-4F73-CC49-B268-A3F151572091}"/>
                </a:ext>
              </a:extLst>
            </p:cNvPr>
            <p:cNvCxnSpPr>
              <a:stCxn id="8" idx="6"/>
              <a:endCxn id="92" idx="1"/>
            </p:cNvCxnSpPr>
            <p:nvPr/>
          </p:nvCxnSpPr>
          <p:spPr>
            <a:xfrm>
              <a:off x="6632447" y="4692701"/>
              <a:ext cx="866733" cy="5124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Прямая со стрелкой 107">
              <a:extLst>
                <a:ext uri="{FF2B5EF4-FFF2-40B4-BE49-F238E27FC236}">
                  <a16:creationId xmlns:a16="http://schemas.microsoft.com/office/drawing/2014/main" id="{27379544-768E-7320-9DAC-DA4B2CE54528}"/>
                </a:ext>
              </a:extLst>
            </p:cNvPr>
            <p:cNvCxnSpPr>
              <a:stCxn id="8" idx="6"/>
              <a:endCxn id="95" idx="1"/>
            </p:cNvCxnSpPr>
            <p:nvPr/>
          </p:nvCxnSpPr>
          <p:spPr>
            <a:xfrm>
              <a:off x="6632447" y="4692701"/>
              <a:ext cx="881013" cy="10679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Прямая со стрелкой 109">
              <a:extLst>
                <a:ext uri="{FF2B5EF4-FFF2-40B4-BE49-F238E27FC236}">
                  <a16:creationId xmlns:a16="http://schemas.microsoft.com/office/drawing/2014/main" id="{DCB55E75-81B6-A09D-3BE5-33E5DF3DCD16}"/>
                </a:ext>
              </a:extLst>
            </p:cNvPr>
            <p:cNvCxnSpPr>
              <a:stCxn id="8" idx="6"/>
              <a:endCxn id="98" idx="1"/>
            </p:cNvCxnSpPr>
            <p:nvPr/>
          </p:nvCxnSpPr>
          <p:spPr>
            <a:xfrm>
              <a:off x="6632447" y="4692701"/>
              <a:ext cx="861973" cy="15819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1" name="Группа 110">
              <a:extLst>
                <a:ext uri="{FF2B5EF4-FFF2-40B4-BE49-F238E27FC236}">
                  <a16:creationId xmlns:a16="http://schemas.microsoft.com/office/drawing/2014/main" id="{FBD0554F-836F-7AEF-D132-2F6A20AEFCC3}"/>
                </a:ext>
              </a:extLst>
            </p:cNvPr>
            <p:cNvGrpSpPr/>
            <p:nvPr/>
          </p:nvGrpSpPr>
          <p:grpSpPr>
            <a:xfrm>
              <a:off x="10175457" y="384840"/>
              <a:ext cx="1715108" cy="754241"/>
              <a:chOff x="3132765" y="185643"/>
              <a:chExt cx="1338152" cy="754241"/>
            </a:xfrm>
          </p:grpSpPr>
          <p:sp>
            <p:nvSpPr>
              <p:cNvPr id="112" name="Прямоугольник 111">
                <a:extLst>
                  <a:ext uri="{FF2B5EF4-FFF2-40B4-BE49-F238E27FC236}">
                    <a16:creationId xmlns:a16="http://schemas.microsoft.com/office/drawing/2014/main" id="{308D05CD-D966-DCB9-8999-703451C5F5BE}"/>
                  </a:ext>
                </a:extLst>
              </p:cNvPr>
              <p:cNvSpPr/>
              <p:nvPr/>
            </p:nvSpPr>
            <p:spPr>
              <a:xfrm>
                <a:off x="3132765" y="185643"/>
                <a:ext cx="1330727" cy="75424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6C1602A6-6963-9EE4-8FF4-BDA79CD4E61C}"/>
                  </a:ext>
                </a:extLst>
              </p:cNvPr>
              <p:cNvSpPr txBox="1"/>
              <p:nvPr/>
            </p:nvSpPr>
            <p:spPr>
              <a:xfrm>
                <a:off x="3147616" y="266705"/>
                <a:ext cx="132330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200" dirty="0"/>
                  <a:t>Создание пользователя с определённой ролью</a:t>
                </a:r>
              </a:p>
            </p:txBody>
          </p:sp>
        </p:grpSp>
        <p:grpSp>
          <p:nvGrpSpPr>
            <p:cNvPr id="115" name="Группа 114">
              <a:extLst>
                <a:ext uri="{FF2B5EF4-FFF2-40B4-BE49-F238E27FC236}">
                  <a16:creationId xmlns:a16="http://schemas.microsoft.com/office/drawing/2014/main" id="{898ADC2C-520B-6DFA-C749-76E491D2CC8B}"/>
                </a:ext>
              </a:extLst>
            </p:cNvPr>
            <p:cNvGrpSpPr/>
            <p:nvPr/>
          </p:nvGrpSpPr>
          <p:grpSpPr>
            <a:xfrm>
              <a:off x="10184979" y="1270643"/>
              <a:ext cx="1715103" cy="754240"/>
              <a:chOff x="3132765" y="185644"/>
              <a:chExt cx="1338152" cy="542726"/>
            </a:xfrm>
          </p:grpSpPr>
          <p:sp>
            <p:nvSpPr>
              <p:cNvPr id="116" name="Прямоугольник 115">
                <a:extLst>
                  <a:ext uri="{FF2B5EF4-FFF2-40B4-BE49-F238E27FC236}">
                    <a16:creationId xmlns:a16="http://schemas.microsoft.com/office/drawing/2014/main" id="{7B1D5E37-5D35-014A-EE02-4FDC0B533E23}"/>
                  </a:ext>
                </a:extLst>
              </p:cNvPr>
              <p:cNvSpPr/>
              <p:nvPr/>
            </p:nvSpPr>
            <p:spPr>
              <a:xfrm>
                <a:off x="3132765" y="185644"/>
                <a:ext cx="1330727" cy="43891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A7A3EA35-8DA7-BA41-CD71-A9FA03B0ACFC}"/>
                  </a:ext>
                </a:extLst>
              </p:cNvPr>
              <p:cNvSpPr txBox="1"/>
              <p:nvPr/>
            </p:nvSpPr>
            <p:spPr>
              <a:xfrm>
                <a:off x="3147616" y="266705"/>
                <a:ext cx="13233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200" dirty="0"/>
                  <a:t>Вывод списка пользователей</a:t>
                </a:r>
              </a:p>
            </p:txBody>
          </p:sp>
        </p:grpSp>
        <p:grpSp>
          <p:nvGrpSpPr>
            <p:cNvPr id="118" name="Группа 117">
              <a:extLst>
                <a:ext uri="{FF2B5EF4-FFF2-40B4-BE49-F238E27FC236}">
                  <a16:creationId xmlns:a16="http://schemas.microsoft.com/office/drawing/2014/main" id="{79F502DC-5862-6752-5C49-9BFB7D222E2E}"/>
                </a:ext>
              </a:extLst>
            </p:cNvPr>
            <p:cNvGrpSpPr/>
            <p:nvPr/>
          </p:nvGrpSpPr>
          <p:grpSpPr>
            <a:xfrm>
              <a:off x="10194494" y="2007129"/>
              <a:ext cx="1715106" cy="1148423"/>
              <a:chOff x="3132767" y="221301"/>
              <a:chExt cx="1338150" cy="691735"/>
            </a:xfrm>
          </p:grpSpPr>
          <p:sp>
            <p:nvSpPr>
              <p:cNvPr id="119" name="Прямоугольник 118">
                <a:extLst>
                  <a:ext uri="{FF2B5EF4-FFF2-40B4-BE49-F238E27FC236}">
                    <a16:creationId xmlns:a16="http://schemas.microsoft.com/office/drawing/2014/main" id="{104D1880-5DB5-E5BC-0708-DD5C95BE94A2}"/>
                  </a:ext>
                </a:extLst>
              </p:cNvPr>
              <p:cNvSpPr/>
              <p:nvPr/>
            </p:nvSpPr>
            <p:spPr>
              <a:xfrm>
                <a:off x="3132767" y="221301"/>
                <a:ext cx="1330727" cy="43891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EBDDE23A-96EA-CA40-8025-9D7A67CD182D}"/>
                  </a:ext>
                </a:extLst>
              </p:cNvPr>
              <p:cNvSpPr txBox="1"/>
              <p:nvPr/>
            </p:nvSpPr>
            <p:spPr>
              <a:xfrm>
                <a:off x="3147616" y="266705"/>
                <a:ext cx="132330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200" dirty="0"/>
                  <a:t>Блокировка учётных записей пользователей</a:t>
                </a:r>
              </a:p>
            </p:txBody>
          </p:sp>
        </p:grpSp>
        <p:grpSp>
          <p:nvGrpSpPr>
            <p:cNvPr id="121" name="Группа 120">
              <a:extLst>
                <a:ext uri="{FF2B5EF4-FFF2-40B4-BE49-F238E27FC236}">
                  <a16:creationId xmlns:a16="http://schemas.microsoft.com/office/drawing/2014/main" id="{64302286-C6AB-2A3B-DC94-09A3E7234DA9}"/>
                </a:ext>
              </a:extLst>
            </p:cNvPr>
            <p:cNvGrpSpPr/>
            <p:nvPr/>
          </p:nvGrpSpPr>
          <p:grpSpPr>
            <a:xfrm>
              <a:off x="10199250" y="2855389"/>
              <a:ext cx="1724626" cy="490259"/>
              <a:chOff x="3125339" y="238111"/>
              <a:chExt cx="1345578" cy="490259"/>
            </a:xfrm>
          </p:grpSpPr>
          <p:sp>
            <p:nvSpPr>
              <p:cNvPr id="122" name="Прямоугольник 121">
                <a:extLst>
                  <a:ext uri="{FF2B5EF4-FFF2-40B4-BE49-F238E27FC236}">
                    <a16:creationId xmlns:a16="http://schemas.microsoft.com/office/drawing/2014/main" id="{7E48E41C-F73B-9A37-8E16-E37EE37AB4DD}"/>
                  </a:ext>
                </a:extLst>
              </p:cNvPr>
              <p:cNvSpPr/>
              <p:nvPr/>
            </p:nvSpPr>
            <p:spPr>
              <a:xfrm>
                <a:off x="3125339" y="238111"/>
                <a:ext cx="1330727" cy="43891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40489D4C-F3A2-1009-E5C2-4D3C593904E1}"/>
                  </a:ext>
                </a:extLst>
              </p:cNvPr>
              <p:cNvSpPr txBox="1"/>
              <p:nvPr/>
            </p:nvSpPr>
            <p:spPr>
              <a:xfrm>
                <a:off x="3147616" y="266705"/>
                <a:ext cx="13233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200" dirty="0"/>
                  <a:t>Удаление пользователей</a:t>
                </a:r>
              </a:p>
            </p:txBody>
          </p:sp>
        </p:grpSp>
        <p:grpSp>
          <p:nvGrpSpPr>
            <p:cNvPr id="124" name="Группа 123">
              <a:extLst>
                <a:ext uri="{FF2B5EF4-FFF2-40B4-BE49-F238E27FC236}">
                  <a16:creationId xmlns:a16="http://schemas.microsoft.com/office/drawing/2014/main" id="{3A594E63-3914-B928-F1A2-D545670DE86D}"/>
                </a:ext>
              </a:extLst>
            </p:cNvPr>
            <p:cNvGrpSpPr/>
            <p:nvPr/>
          </p:nvGrpSpPr>
          <p:grpSpPr>
            <a:xfrm>
              <a:off x="10194492" y="3429000"/>
              <a:ext cx="1715108" cy="438912"/>
              <a:chOff x="3132765" y="185644"/>
              <a:chExt cx="1338152" cy="438912"/>
            </a:xfrm>
          </p:grpSpPr>
          <p:sp>
            <p:nvSpPr>
              <p:cNvPr id="125" name="Прямоугольник 124">
                <a:extLst>
                  <a:ext uri="{FF2B5EF4-FFF2-40B4-BE49-F238E27FC236}">
                    <a16:creationId xmlns:a16="http://schemas.microsoft.com/office/drawing/2014/main" id="{9C471486-4ED4-2BD4-70A8-04F1C9EE1FB7}"/>
                  </a:ext>
                </a:extLst>
              </p:cNvPr>
              <p:cNvSpPr/>
              <p:nvPr/>
            </p:nvSpPr>
            <p:spPr>
              <a:xfrm>
                <a:off x="3132765" y="185644"/>
                <a:ext cx="1330727" cy="43891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AF2E2BA7-8588-023E-E304-35A30395FFD7}"/>
                  </a:ext>
                </a:extLst>
              </p:cNvPr>
              <p:cNvSpPr txBox="1"/>
              <p:nvPr/>
            </p:nvSpPr>
            <p:spPr>
              <a:xfrm>
                <a:off x="3147616" y="266705"/>
                <a:ext cx="13233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/>
                  <a:t>Вывод логов системы</a:t>
                </a:r>
              </a:p>
            </p:txBody>
          </p:sp>
        </p:grpSp>
        <p:grpSp>
          <p:nvGrpSpPr>
            <p:cNvPr id="127" name="Группа 126">
              <a:extLst>
                <a:ext uri="{FF2B5EF4-FFF2-40B4-BE49-F238E27FC236}">
                  <a16:creationId xmlns:a16="http://schemas.microsoft.com/office/drawing/2014/main" id="{E7820DEB-56C7-BF7A-E10E-B6A72C8456EF}"/>
                </a:ext>
              </a:extLst>
            </p:cNvPr>
            <p:cNvGrpSpPr/>
            <p:nvPr/>
          </p:nvGrpSpPr>
          <p:grpSpPr>
            <a:xfrm>
              <a:off x="10194492" y="4032817"/>
              <a:ext cx="1715108" cy="438912"/>
              <a:chOff x="3132765" y="185644"/>
              <a:chExt cx="1338152" cy="438912"/>
            </a:xfrm>
          </p:grpSpPr>
          <p:sp>
            <p:nvSpPr>
              <p:cNvPr id="128" name="Прямоугольник 127">
                <a:extLst>
                  <a:ext uri="{FF2B5EF4-FFF2-40B4-BE49-F238E27FC236}">
                    <a16:creationId xmlns:a16="http://schemas.microsoft.com/office/drawing/2014/main" id="{F7950E21-15B0-429D-E778-ABF446C1B10E}"/>
                  </a:ext>
                </a:extLst>
              </p:cNvPr>
              <p:cNvSpPr/>
              <p:nvPr/>
            </p:nvSpPr>
            <p:spPr>
              <a:xfrm>
                <a:off x="3132765" y="185644"/>
                <a:ext cx="1330727" cy="43891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31EDDA3-6486-FE41-6B9F-034B636B22F4}"/>
                  </a:ext>
                </a:extLst>
              </p:cNvPr>
              <p:cNvSpPr txBox="1"/>
              <p:nvPr/>
            </p:nvSpPr>
            <p:spPr>
              <a:xfrm>
                <a:off x="3147616" y="266705"/>
                <a:ext cx="13233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200" dirty="0"/>
                  <a:t>Запуск обновления</a:t>
                </a:r>
              </a:p>
            </p:txBody>
          </p:sp>
        </p:grpSp>
        <p:cxnSp>
          <p:nvCxnSpPr>
            <p:cNvPr id="131" name="Прямая со стрелкой 130">
              <a:extLst>
                <a:ext uri="{FF2B5EF4-FFF2-40B4-BE49-F238E27FC236}">
                  <a16:creationId xmlns:a16="http://schemas.microsoft.com/office/drawing/2014/main" id="{06B90C8B-2C87-A8AD-CF0E-6B2706670F70}"/>
                </a:ext>
              </a:extLst>
            </p:cNvPr>
            <p:cNvCxnSpPr>
              <a:stCxn id="9" idx="6"/>
              <a:endCxn id="112" idx="1"/>
            </p:cNvCxnSpPr>
            <p:nvPr/>
          </p:nvCxnSpPr>
          <p:spPr>
            <a:xfrm flipV="1">
              <a:off x="8801403" y="761961"/>
              <a:ext cx="1374054" cy="23799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Прямая со стрелкой 132">
              <a:extLst>
                <a:ext uri="{FF2B5EF4-FFF2-40B4-BE49-F238E27FC236}">
                  <a16:creationId xmlns:a16="http://schemas.microsoft.com/office/drawing/2014/main" id="{010B91F2-A572-C832-AB66-2DAA9E0C3C54}"/>
                </a:ext>
              </a:extLst>
            </p:cNvPr>
            <p:cNvCxnSpPr>
              <a:stCxn id="9" idx="6"/>
            </p:cNvCxnSpPr>
            <p:nvPr/>
          </p:nvCxnSpPr>
          <p:spPr>
            <a:xfrm flipV="1">
              <a:off x="8801403" y="1521562"/>
              <a:ext cx="1374054" cy="16203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Прямая со стрелкой 134">
              <a:extLst>
                <a:ext uri="{FF2B5EF4-FFF2-40B4-BE49-F238E27FC236}">
                  <a16:creationId xmlns:a16="http://schemas.microsoft.com/office/drawing/2014/main" id="{AD62EBD0-B078-DF5E-D565-C2FD3A98160C}"/>
                </a:ext>
              </a:extLst>
            </p:cNvPr>
            <p:cNvCxnSpPr>
              <a:stCxn id="9" idx="6"/>
            </p:cNvCxnSpPr>
            <p:nvPr/>
          </p:nvCxnSpPr>
          <p:spPr>
            <a:xfrm flipV="1">
              <a:off x="8801403" y="2371471"/>
              <a:ext cx="1374054" cy="7704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Прямая со стрелкой 136">
              <a:extLst>
                <a:ext uri="{FF2B5EF4-FFF2-40B4-BE49-F238E27FC236}">
                  <a16:creationId xmlns:a16="http://schemas.microsoft.com/office/drawing/2014/main" id="{D53F3B6F-CF07-00E5-C810-60A15E47F699}"/>
                </a:ext>
              </a:extLst>
            </p:cNvPr>
            <p:cNvCxnSpPr>
              <a:stCxn id="9" idx="6"/>
              <a:endCxn id="122" idx="1"/>
            </p:cNvCxnSpPr>
            <p:nvPr/>
          </p:nvCxnSpPr>
          <p:spPr>
            <a:xfrm flipV="1">
              <a:off x="8801403" y="3114816"/>
              <a:ext cx="1426399" cy="270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Прямая со стрелкой 138">
              <a:extLst>
                <a:ext uri="{FF2B5EF4-FFF2-40B4-BE49-F238E27FC236}">
                  <a16:creationId xmlns:a16="http://schemas.microsoft.com/office/drawing/2014/main" id="{90125AB2-7104-F5F9-C18B-AA2FFD81E829}"/>
                </a:ext>
              </a:extLst>
            </p:cNvPr>
            <p:cNvCxnSpPr>
              <a:stCxn id="9" idx="6"/>
              <a:endCxn id="126" idx="1"/>
            </p:cNvCxnSpPr>
            <p:nvPr/>
          </p:nvCxnSpPr>
          <p:spPr>
            <a:xfrm>
              <a:off x="8801403" y="3141878"/>
              <a:ext cx="1412124" cy="5066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Прямая со стрелкой 140">
              <a:extLst>
                <a:ext uri="{FF2B5EF4-FFF2-40B4-BE49-F238E27FC236}">
                  <a16:creationId xmlns:a16="http://schemas.microsoft.com/office/drawing/2014/main" id="{1D7CE346-08B2-22CD-182A-C4367B9B37DB}"/>
                </a:ext>
              </a:extLst>
            </p:cNvPr>
            <p:cNvCxnSpPr>
              <a:stCxn id="9" idx="6"/>
              <a:endCxn id="129" idx="1"/>
            </p:cNvCxnSpPr>
            <p:nvPr/>
          </p:nvCxnSpPr>
          <p:spPr>
            <a:xfrm>
              <a:off x="8801403" y="3141878"/>
              <a:ext cx="1412124" cy="11105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36158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63</Words>
  <Application>Microsoft Office PowerPoint</Application>
  <PresentationFormat>Широкоэкранный</PresentationFormat>
  <Paragraphs>24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Diana Levkova</dc:creator>
  <cp:lastModifiedBy>Diana Levkova</cp:lastModifiedBy>
  <cp:revision>2</cp:revision>
  <dcterms:created xsi:type="dcterms:W3CDTF">2026-04-20T12:44:52Z</dcterms:created>
  <dcterms:modified xsi:type="dcterms:W3CDTF">2026-05-05T22:53:46Z</dcterms:modified>
</cp:coreProperties>
</file>