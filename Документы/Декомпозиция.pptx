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 snapToGrid="0">
      <p:cViewPr>
        <p:scale>
          <a:sx n="75" d="100"/>
          <a:sy n="75" d="100"/>
        </p:scale>
        <p:origin x="576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A374FF-310A-04A5-77A6-0AC53A24E9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E9735E5-AA55-6965-E03E-676F81372B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750FD93-083D-9AE9-2492-048FDBAA6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F9FA08-2B6B-F466-D74A-4CB126A39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1F06A1-DF72-0F42-CBEE-2C711F14E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1876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24773-40CA-6970-F253-A5F913541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224CBE4-D5D0-679A-C120-84CFB6C88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8715C4-B486-AD7D-FE6B-1FDCC6582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CA9A26E-67A7-54F2-176A-69098BC8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EFE6DA-FCEC-3CB5-F552-8C9D05E95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5030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498CC7-5AA1-523A-D28B-C0F1D416D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E295B33-E6C6-5179-194C-D87B2C2AE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A074B15-628B-7986-4800-8FED2F3D4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7533D7-E4D6-00D2-ECDB-C01B4740F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629086-E83B-5899-C99D-A8A789AB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762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D4D185-5188-9DB3-ADE8-80923F2C3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F5BB4C-0992-D04B-A0ED-7BDE82F103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4697E7B-861A-35EC-08F8-720817D79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B0E29FE-C648-128C-208D-59AA0C224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43C22C7-C21C-F1EE-3A34-144AFA75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ED54B9-1645-5D7E-B24C-4E5ED00A7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06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5F4FE2-5F8A-924A-8D93-5D91946B6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0EA4431-E150-0D15-5E06-9D2BFE7E25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214993-EAD2-70EC-B18E-B7DBBF31F7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BFE40F8-2A23-00AD-DB01-99DD659419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DD53A1A-8E1E-8BC0-CAF0-058D388C5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C66D5EF-3058-A84D-C402-34987B0BD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2DC2417-386A-09D2-20F6-803B43B39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FCD7785-66B8-E550-AF59-AA4DB0F3D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285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942E5-2C55-B243-5394-1869CF1DE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035A1D-F2C9-F685-2107-2EB2D2661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9C75D95-DFF1-77EA-1254-628DD6B0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582DE02-5ECC-27C4-CE34-E3562F78B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9039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E5B838F-E359-0687-EEE1-71ED0A414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B0686B-6946-6DB1-1C84-32AC91CF0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8884D3-F58D-47B2-1B59-99EF6A45F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0999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F1AABF-2C86-2FE0-D34B-09F90A825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0BEEF7-6807-AA3B-0A0D-A9E118458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810DCA6-BC37-5F76-D1A1-309F03C6DB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396F2D-C581-5D1B-80D5-D5A9E55EA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7559E6-9AEB-8E49-E1F4-F44012696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E3DD107-A308-A44E-DCE8-1710E7A62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358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516001-8F3B-83D1-5C34-8B13F6C5B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F2F65B3-8414-3D00-75B1-89482933A7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BED67E-4DDE-4356-1457-56EA3149E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815321-D155-7A81-5F25-E4C2DFF54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E97A528-1BE1-F99A-2EF8-0F0545C6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C0BC2D-4405-DE24-AD9B-2457EB1CD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283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8FF0AC-2310-C3D0-D059-8DC7DF717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0722462-62CC-A101-C344-AAFD5C3C10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1239CC-D4D9-2240-6F67-08349F0F8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2E46707-ECF2-3C9D-54B1-B757DEF4F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3B343C-4365-73F4-CFCB-16A81002B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7312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458BD2B-A0B6-0A57-200C-014F0DB00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82DF5F2-30D8-66D3-A27C-AC32BFF466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6BC4DD-1EDA-B4E5-8EB3-BD2904EFE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2ADBA3-88C0-731C-43CA-46F6BAC3A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66D422-95E6-637E-961E-751928BA0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5234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620A9E-8F2A-E4E0-C095-0FFDEAA31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2B3071D-BD32-88FA-FD41-0B3D964F8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71FE9-F0C9-E003-F6A7-4DFCE06884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39FDE5-2F62-4046-A005-6DEA85331DA5}" type="datetimeFigureOut">
              <a:rPr lang="ru-RU" smtClean="0"/>
              <a:t>20.04.2026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D26A37-3D15-D909-62BC-96132502FF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03131E-3365-3798-CAE6-DAE949400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3A4214-921D-4C8E-8BAF-FBCC814C43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385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866A3-790E-95D8-A9C0-8E7C051487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820289-22A3-89BF-A356-69D096FAC8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7445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вал 1">
            <a:extLst>
              <a:ext uri="{FF2B5EF4-FFF2-40B4-BE49-F238E27FC236}">
                <a16:creationId xmlns:a16="http://schemas.microsoft.com/office/drawing/2014/main" id="{906B369C-D05E-DA97-AB75-879183D56AF4}"/>
              </a:ext>
            </a:extLst>
          </p:cNvPr>
          <p:cNvSpPr/>
          <p:nvPr/>
        </p:nvSpPr>
        <p:spPr>
          <a:xfrm>
            <a:off x="5159654" y="2670048"/>
            <a:ext cx="1872691" cy="94366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Команды</a:t>
            </a:r>
            <a:endParaRPr lang="ru-RU" sz="1600" dirty="0"/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A711FD26-26B8-8FC3-1B0B-DE146F5CF4E3}"/>
              </a:ext>
            </a:extLst>
          </p:cNvPr>
          <p:cNvSpPr/>
          <p:nvPr/>
        </p:nvSpPr>
        <p:spPr>
          <a:xfrm>
            <a:off x="5552236" y="1253337"/>
            <a:ext cx="1072896" cy="94366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</a:t>
            </a:r>
            <a:endParaRPr lang="ru-RU" sz="1600" dirty="0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3516C54A-B370-56F5-4574-68E7A910A76C}"/>
              </a:ext>
            </a:extLst>
          </p:cNvPr>
          <p:cNvSpPr/>
          <p:nvPr/>
        </p:nvSpPr>
        <p:spPr>
          <a:xfrm>
            <a:off x="3390596" y="2670046"/>
            <a:ext cx="1072896" cy="94366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</a:t>
            </a:r>
            <a:endParaRPr lang="ru-RU" sz="1600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B53E917-5FCC-A9A3-ADE8-B642A6DFC134}"/>
              </a:ext>
            </a:extLst>
          </p:cNvPr>
          <p:cNvSpPr/>
          <p:nvPr/>
        </p:nvSpPr>
        <p:spPr>
          <a:xfrm>
            <a:off x="5559551" y="4220870"/>
            <a:ext cx="1072896" cy="94366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WatchDog</a:t>
            </a:r>
            <a:endParaRPr lang="ru-RU" sz="1600" dirty="0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37519999-932B-8810-DF43-42CFCB58FE65}"/>
              </a:ext>
            </a:extLst>
          </p:cNvPr>
          <p:cNvSpPr/>
          <p:nvPr/>
        </p:nvSpPr>
        <p:spPr>
          <a:xfrm>
            <a:off x="7728507" y="2670047"/>
            <a:ext cx="1072896" cy="943661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Admin</a:t>
            </a:r>
            <a:endParaRPr lang="ru-RU" sz="1600" dirty="0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167E1656-DFDF-C77A-314F-720A1E19243A}"/>
              </a:ext>
            </a:extLst>
          </p:cNvPr>
          <p:cNvCxnSpPr>
            <a:stCxn id="2" idx="0"/>
            <a:endCxn id="6" idx="4"/>
          </p:cNvCxnSpPr>
          <p:nvPr/>
        </p:nvCxnSpPr>
        <p:spPr>
          <a:xfrm flipH="1" flipV="1">
            <a:off x="6088684" y="2196998"/>
            <a:ext cx="7316" cy="4730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FEB5EA88-2926-6A10-799B-93DEAFB596DD}"/>
              </a:ext>
            </a:extLst>
          </p:cNvPr>
          <p:cNvCxnSpPr>
            <a:stCxn id="2" idx="6"/>
            <a:endCxn id="9" idx="2"/>
          </p:cNvCxnSpPr>
          <p:nvPr/>
        </p:nvCxnSpPr>
        <p:spPr>
          <a:xfrm flipV="1">
            <a:off x="7032345" y="3141878"/>
            <a:ext cx="69616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11507C7C-1B8E-E56A-5F97-33F34A08CB73}"/>
              </a:ext>
            </a:extLst>
          </p:cNvPr>
          <p:cNvCxnSpPr>
            <a:stCxn id="2" idx="4"/>
            <a:endCxn id="8" idx="0"/>
          </p:cNvCxnSpPr>
          <p:nvPr/>
        </p:nvCxnSpPr>
        <p:spPr>
          <a:xfrm flipH="1">
            <a:off x="6095999" y="3613709"/>
            <a:ext cx="1" cy="6071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B5851DE7-7D71-B9E1-3345-EF60B4182CF4}"/>
              </a:ext>
            </a:extLst>
          </p:cNvPr>
          <p:cNvCxnSpPr>
            <a:stCxn id="2" idx="2"/>
            <a:endCxn id="7" idx="6"/>
          </p:cNvCxnSpPr>
          <p:nvPr/>
        </p:nvCxnSpPr>
        <p:spPr>
          <a:xfrm flipH="1" flipV="1">
            <a:off x="4463492" y="3141877"/>
            <a:ext cx="696162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CEDFE66-AAC1-553D-A9E4-32B26558CAC3}"/>
              </a:ext>
            </a:extLst>
          </p:cNvPr>
          <p:cNvSpPr/>
          <p:nvPr/>
        </p:nvSpPr>
        <p:spPr>
          <a:xfrm>
            <a:off x="960027" y="4092921"/>
            <a:ext cx="2073752" cy="13642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1)</a:t>
            </a:r>
            <a:r>
              <a:rPr lang="ru-RU" sz="1400" dirty="0"/>
              <a:t>Создание заметки</a:t>
            </a:r>
          </a:p>
          <a:p>
            <a:r>
              <a:rPr lang="ru-RU" sz="1400" dirty="0"/>
              <a:t>2) Вывод всех заметок</a:t>
            </a:r>
          </a:p>
          <a:p>
            <a:r>
              <a:rPr lang="ru-RU" sz="1400" dirty="0"/>
              <a:t>3)Редактирование существующей заметки</a:t>
            </a:r>
          </a:p>
          <a:p>
            <a:r>
              <a:rPr lang="ru-RU" sz="1400" dirty="0"/>
              <a:t>4)Удаление заметки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49A689B-8BAD-8920-AF81-33BB9A36DE2A}"/>
              </a:ext>
            </a:extLst>
          </p:cNvPr>
          <p:cNvSpPr/>
          <p:nvPr/>
        </p:nvSpPr>
        <p:spPr>
          <a:xfrm>
            <a:off x="2933700" y="292099"/>
            <a:ext cx="2351324" cy="110398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arenR"/>
            </a:pPr>
            <a:r>
              <a:rPr lang="ru-RU" sz="1400" dirty="0"/>
              <a:t>Вход в программу</a:t>
            </a:r>
          </a:p>
          <a:p>
            <a:pPr marL="342900" indent="-342900">
              <a:buAutoNum type="arabicParenR"/>
            </a:pPr>
            <a:r>
              <a:rPr lang="ru-RU" sz="1400" dirty="0"/>
              <a:t>Выход из сессии</a:t>
            </a:r>
          </a:p>
          <a:p>
            <a:pPr marL="342900" indent="-342900">
              <a:buAutoNum type="arabicParenR"/>
            </a:pPr>
            <a:r>
              <a:rPr lang="ru-RU" sz="1400" dirty="0"/>
              <a:t>Вывод списка команд</a:t>
            </a:r>
          </a:p>
          <a:p>
            <a:pPr marL="342900" indent="-342900">
              <a:buAutoNum type="arabicParenR"/>
            </a:pPr>
            <a:r>
              <a:rPr lang="ru-RU" sz="1400" dirty="0"/>
              <a:t>Выход из программы</a:t>
            </a: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6FAFE2D3-91BF-5DEC-3F43-A8985A4CAE26}"/>
              </a:ext>
            </a:extLst>
          </p:cNvPr>
          <p:cNvCxnSpPr>
            <a:stCxn id="6" idx="1"/>
            <a:endCxn id="19" idx="3"/>
          </p:cNvCxnSpPr>
          <p:nvPr/>
        </p:nvCxnSpPr>
        <p:spPr>
          <a:xfrm flipH="1" flipV="1">
            <a:off x="5285024" y="844090"/>
            <a:ext cx="424334" cy="54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240A57AE-FDAA-4D66-F2DE-CD0296F156CC}"/>
              </a:ext>
            </a:extLst>
          </p:cNvPr>
          <p:cNvCxnSpPr>
            <a:cxnSpLocks/>
            <a:stCxn id="7" idx="4"/>
            <a:endCxn id="18" idx="3"/>
          </p:cNvCxnSpPr>
          <p:nvPr/>
        </p:nvCxnSpPr>
        <p:spPr>
          <a:xfrm flipH="1">
            <a:off x="3033779" y="3613707"/>
            <a:ext cx="893265" cy="1161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668E7EF-40C0-9955-F2B0-B145A012E71A}"/>
              </a:ext>
            </a:extLst>
          </p:cNvPr>
          <p:cNvSpPr/>
          <p:nvPr/>
        </p:nvSpPr>
        <p:spPr>
          <a:xfrm>
            <a:off x="7494420" y="832712"/>
            <a:ext cx="4194047" cy="13642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arenR"/>
            </a:pPr>
            <a:r>
              <a:rPr lang="ru-RU" sz="1400" dirty="0"/>
              <a:t>Создание пользователя с определённой ролью</a:t>
            </a:r>
          </a:p>
          <a:p>
            <a:pPr marL="342900" indent="-342900">
              <a:buAutoNum type="arabicParenR"/>
            </a:pPr>
            <a:r>
              <a:rPr lang="ru-RU" sz="1400" dirty="0"/>
              <a:t>Вывод списка пользователей</a:t>
            </a:r>
          </a:p>
          <a:p>
            <a:pPr marL="342900" indent="-342900">
              <a:buAutoNum type="arabicParenR"/>
            </a:pPr>
            <a:r>
              <a:rPr lang="ru-RU" sz="1400" dirty="0"/>
              <a:t>Блокировка учёток пользователей</a:t>
            </a:r>
          </a:p>
          <a:p>
            <a:pPr marL="342900" indent="-342900">
              <a:buAutoNum type="arabicParenR"/>
            </a:pPr>
            <a:r>
              <a:rPr lang="ru-RU" sz="1400" dirty="0"/>
              <a:t>Удаление пользователей</a:t>
            </a:r>
          </a:p>
          <a:p>
            <a:pPr marL="342900" indent="-342900">
              <a:buAutoNum type="arabicParenR"/>
            </a:pPr>
            <a:r>
              <a:rPr lang="ru-RU" sz="1400" dirty="0"/>
              <a:t>Вывод логов системы</a:t>
            </a:r>
          </a:p>
          <a:p>
            <a:pPr marL="342900" indent="-342900">
              <a:buAutoNum type="arabicParenR"/>
            </a:pPr>
            <a:r>
              <a:rPr lang="ru-RU" sz="1400" dirty="0"/>
              <a:t>Запуск обновления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1F5A985-C700-DD87-AFF3-3909353474B0}"/>
              </a:ext>
            </a:extLst>
          </p:cNvPr>
          <p:cNvSpPr/>
          <p:nvPr/>
        </p:nvSpPr>
        <p:spPr>
          <a:xfrm>
            <a:off x="7637249" y="5090980"/>
            <a:ext cx="3349190" cy="13642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arenR"/>
            </a:pPr>
            <a:r>
              <a:rPr lang="ru-RU" sz="1400" dirty="0"/>
              <a:t>Запуск сбора метрик</a:t>
            </a:r>
          </a:p>
          <a:p>
            <a:pPr marL="342900" indent="-342900">
              <a:buAutoNum type="arabicParenR"/>
            </a:pPr>
            <a:r>
              <a:rPr lang="ru-RU" sz="1400" dirty="0"/>
              <a:t>Остановка сбора метрик</a:t>
            </a:r>
          </a:p>
          <a:p>
            <a:pPr marL="342900" indent="-342900">
              <a:buAutoNum type="arabicParenR"/>
            </a:pPr>
            <a:r>
              <a:rPr lang="ru-RU" sz="1400" dirty="0"/>
              <a:t>Изменение интервала сбора данных</a:t>
            </a:r>
          </a:p>
          <a:p>
            <a:r>
              <a:rPr lang="ru-RU" sz="1400" dirty="0"/>
              <a:t>4)     Посмотреть статус сборки</a:t>
            </a:r>
          </a:p>
          <a:p>
            <a:r>
              <a:rPr lang="ru-RU" sz="1400" dirty="0"/>
              <a:t>5)     Вывод списка метрик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9418FBC6-9032-0C12-B660-534AF62E5E94}"/>
              </a:ext>
            </a:extLst>
          </p:cNvPr>
          <p:cNvCxnSpPr>
            <a:stCxn id="9" idx="7"/>
            <a:endCxn id="24" idx="2"/>
          </p:cNvCxnSpPr>
          <p:nvPr/>
        </p:nvCxnSpPr>
        <p:spPr>
          <a:xfrm flipV="1">
            <a:off x="8644281" y="2196998"/>
            <a:ext cx="947163" cy="61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8A508C49-7949-8EA7-8760-114BFE6D0A7C}"/>
              </a:ext>
            </a:extLst>
          </p:cNvPr>
          <p:cNvCxnSpPr>
            <a:stCxn id="8" idx="5"/>
            <a:endCxn id="25" idx="1"/>
          </p:cNvCxnSpPr>
          <p:nvPr/>
        </p:nvCxnSpPr>
        <p:spPr>
          <a:xfrm>
            <a:off x="6475325" y="5026335"/>
            <a:ext cx="1161924" cy="7467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36158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</Words>
  <Application>Microsoft Office PowerPoint</Application>
  <PresentationFormat>Широкоэкранный</PresentationFormat>
  <Paragraphs>24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Diana Levkova</dc:creator>
  <cp:lastModifiedBy>Diana Levkova</cp:lastModifiedBy>
  <cp:revision>1</cp:revision>
  <dcterms:created xsi:type="dcterms:W3CDTF">2026-04-20T12:44:52Z</dcterms:created>
  <dcterms:modified xsi:type="dcterms:W3CDTF">2026-04-20T12:44:59Z</dcterms:modified>
</cp:coreProperties>
</file>